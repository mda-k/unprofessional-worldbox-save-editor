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_" initials="_" lastIdx="1" clrIdx="0">
    <p:extLst>
      <p:ext uri="{19B8F6BF-5375-455C-9EA6-DF929625EA0E}">
        <p15:presenceInfo xmlns:p15="http://schemas.microsoft.com/office/powerpoint/2012/main" userId="a9d87de9f9c661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350" d="100"/>
          <a:sy n="350" d="100"/>
        </p:scale>
        <p:origin x="-19182" y="-8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90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43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02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49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77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90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35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32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66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699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59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0EE79-7E35-4ACC-9255-8DFDDD1EE080}" type="datetimeFigureOut">
              <a:rPr lang="en-GB" smtClean="0"/>
              <a:t>24/06/2026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53C41-D684-4C54-8B79-B0D7DE91C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0667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övegdoboz 8">
            <a:extLst>
              <a:ext uri="{FF2B5EF4-FFF2-40B4-BE49-F238E27FC236}">
                <a16:creationId xmlns:a16="http://schemas.microsoft.com/office/drawing/2014/main" id="{28383955-CB44-43CB-9AA7-A34CDF3781BA}"/>
              </a:ext>
            </a:extLst>
          </p:cNvPr>
          <p:cNvSpPr txBox="1"/>
          <p:nvPr/>
        </p:nvSpPr>
        <p:spPr>
          <a:xfrm>
            <a:off x="2195708" y="3136612"/>
            <a:ext cx="7800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υπ</a:t>
            </a:r>
            <a:r>
              <a:rPr lang="uk-UA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г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0ƒ℮$$</a:t>
            </a:r>
            <a:r>
              <a:rPr lang="el-GR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¡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0∧αℓ ∨∨0</a:t>
            </a:r>
            <a:r>
              <a:rPr lang="uk-UA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г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ℓ</a:t>
            </a:r>
            <a:r>
              <a:rPr lang="el-GR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δ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β0× $α</a:t>
            </a:r>
            <a:r>
              <a:rPr lang="el-GR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∨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℮ ℮</a:t>
            </a:r>
            <a:r>
              <a:rPr lang="el-GR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δ¡</a:t>
            </a:r>
            <a:r>
              <a:rPr lang="en-GB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†0</a:t>
            </a:r>
            <a:r>
              <a:rPr lang="uk-UA" sz="3200" b="1" dirty="0">
                <a:solidFill>
                  <a:srgbClr val="3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88900" stA="83000" dir="5400000" sy="-100000" algn="bl" rotWithShape="0"/>
                </a:effectLst>
                <a:latin typeface="Palatino Linotype" panose="02040502050505030304" pitchFamily="18" charset="0"/>
              </a:rPr>
              <a:t>г</a:t>
            </a:r>
            <a:endParaRPr lang="en-GB" sz="3200" b="1" dirty="0">
              <a:solidFill>
                <a:srgbClr val="3E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88900" stA="83000" dir="5400000" sy="-100000" algn="bl" rotWithShape="0"/>
              </a:effectLst>
              <a:latin typeface="Palatino Linotype" panose="02040502050505030304" pitchFamily="18" charset="0"/>
            </a:endParaRPr>
          </a:p>
        </p:txBody>
      </p: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5C4A4618-2E99-48BC-AD9F-03A96A420EBB}"/>
              </a:ext>
            </a:extLst>
          </p:cNvPr>
          <p:cNvGrpSpPr/>
          <p:nvPr/>
        </p:nvGrpSpPr>
        <p:grpSpPr>
          <a:xfrm>
            <a:off x="9176307" y="4025900"/>
            <a:ext cx="1639970" cy="1162297"/>
            <a:chOff x="2535155" y="1790700"/>
            <a:chExt cx="1639970" cy="1162297"/>
          </a:xfrm>
        </p:grpSpPr>
        <p:sp>
          <p:nvSpPr>
            <p:cNvPr id="10" name="Szövegdoboz 9">
              <a:extLst>
                <a:ext uri="{FF2B5EF4-FFF2-40B4-BE49-F238E27FC236}">
                  <a16:creationId xmlns:a16="http://schemas.microsoft.com/office/drawing/2014/main" id="{4E7C440C-CD68-40B2-BFAE-0ACC2C76C6FA}"/>
                </a:ext>
              </a:extLst>
            </p:cNvPr>
            <p:cNvSpPr txBox="1"/>
            <p:nvPr/>
          </p:nvSpPr>
          <p:spPr>
            <a:xfrm>
              <a:off x="2535155" y="1949554"/>
              <a:ext cx="16399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>
                  <a:rot lat="300000" lon="19499962" rev="0"/>
                </a:camera>
                <a:lightRig rig="flood" dir="t"/>
              </a:scene3d>
              <a:sp3d prstMaterial="flat"/>
            </a:bodyPr>
            <a:lstStyle/>
            <a:p>
              <a:r>
                <a:rPr lang="en-GB" sz="3200" b="1" dirty="0">
                  <a:solidFill>
                    <a:srgbClr val="3E0000"/>
                  </a:solidFill>
                  <a:effectLst>
                    <a:glow rad="1028700">
                      <a:srgbClr val="3E0000">
                        <a:alpha val="10000"/>
                      </a:srgb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  <a:reflection blurRad="88900" stA="83000" dir="5400000" sy="-100000" algn="bl" rotWithShape="0"/>
                  </a:effectLst>
                  <a:latin typeface="Palatino Linotype" panose="02040502050505030304" pitchFamily="18" charset="0"/>
                </a:rPr>
                <a:t>υ∨∨$℮</a:t>
              </a:r>
            </a:p>
          </p:txBody>
        </p:sp>
        <p:sp>
          <p:nvSpPr>
            <p:cNvPr id="29" name="Háromszög 28">
              <a:extLst>
                <a:ext uri="{FF2B5EF4-FFF2-40B4-BE49-F238E27FC236}">
                  <a16:creationId xmlns:a16="http://schemas.microsoft.com/office/drawing/2014/main" id="{CB7B44BF-6E32-44CF-B46A-F61A09D62BB1}"/>
                </a:ext>
              </a:extLst>
            </p:cNvPr>
            <p:cNvSpPr/>
            <p:nvPr/>
          </p:nvSpPr>
          <p:spPr>
            <a:xfrm>
              <a:off x="2654300" y="1790700"/>
              <a:ext cx="1190625" cy="235054"/>
            </a:xfrm>
            <a:prstGeom prst="triangle">
              <a:avLst>
                <a:gd name="adj" fmla="val 100000"/>
              </a:avLst>
            </a:prstGeom>
            <a:solidFill>
              <a:srgbClr val="3E0000"/>
            </a:solidFill>
            <a:ln>
              <a:noFill/>
            </a:ln>
            <a:effectLst>
              <a:glow rad="25400">
                <a:srgbClr val="3E0000">
                  <a:alpha val="62000"/>
                </a:srgbClr>
              </a:glow>
              <a:reflection blurRad="6350" stA="52000" endA="300" endPos="35000" dir="5400000" sy="-100000" algn="bl" rotWithShape="0"/>
            </a:effectLst>
            <a:scene3d>
              <a:camera prst="orthographicFront">
                <a:rot lat="600000" lon="19499985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Háromszög 31">
              <a:extLst>
                <a:ext uri="{FF2B5EF4-FFF2-40B4-BE49-F238E27FC236}">
                  <a16:creationId xmlns:a16="http://schemas.microsoft.com/office/drawing/2014/main" id="{21E7FC6F-6514-4689-9037-82978D60E3EC}"/>
                </a:ext>
              </a:extLst>
            </p:cNvPr>
            <p:cNvSpPr/>
            <p:nvPr/>
          </p:nvSpPr>
          <p:spPr>
            <a:xfrm flipH="1" flipV="1">
              <a:off x="2654299" y="2717943"/>
              <a:ext cx="1190625" cy="235054"/>
            </a:xfrm>
            <a:prstGeom prst="triangle">
              <a:avLst>
                <a:gd name="adj" fmla="val 100000"/>
              </a:avLst>
            </a:prstGeom>
            <a:solidFill>
              <a:srgbClr val="3E0000"/>
            </a:solidFill>
            <a:ln>
              <a:noFill/>
            </a:ln>
            <a:effectLst>
              <a:glow rad="25400">
                <a:srgbClr val="3E0000">
                  <a:alpha val="62000"/>
                </a:srgbClr>
              </a:glow>
              <a:reflection blurRad="6350" stA="52000" endA="300" endPos="35000" dir="5400000" sy="-100000" algn="bl" rotWithShape="0"/>
            </a:effectLst>
            <a:scene3d>
              <a:camera prst="orthographicFront">
                <a:rot lat="600000" lon="19499985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74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30</Words>
  <Application>Microsoft Office PowerPoint</Application>
  <PresentationFormat>Szélesvásznú</PresentationFormat>
  <Paragraphs>2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Palatino Linotype</vt:lpstr>
      <vt:lpstr>Office Theme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_</dc:creator>
  <cp:lastModifiedBy>_</cp:lastModifiedBy>
  <cp:revision>5</cp:revision>
  <dcterms:created xsi:type="dcterms:W3CDTF">2026-06-24T13:14:25Z</dcterms:created>
  <dcterms:modified xsi:type="dcterms:W3CDTF">2026-06-24T13:55:42Z</dcterms:modified>
</cp:coreProperties>
</file>